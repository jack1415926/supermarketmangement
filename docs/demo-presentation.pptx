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小型超市管理系统</a:t>
            </a:r>
          </a:p>
          <a:p>
            <a:pPr algn="ctr"/>
            <a:r>
              <a:rPr sz="2000">
                <a:solidFill>
                  <a:srgbClr val="FFFFFF"/>
                </a:solidFill>
              </a:rPr>
              <a:t>期末课程项目 演示汇报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1. 项目背景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2. 团队分工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3. 技术栈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4. 系统架构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5. 数据库设计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6. 核心功能演示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7. API 设计亮点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8. 测试覆盖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9. 项目亮点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10. 遇到的难点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11. 未来展望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一、项目背景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面向中小型超市日常运营的痛点：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商品多、库存难管、会员维护成本高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销售对账靠人工、报表靠 Excel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解决方案：一体化超市管理系统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覆盖商品/进货/销售/库存/会员/人员/报表 7 大模块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目标用户：收银员、店长、系统管理员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二、团队分工（5 人 / 3 角）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914400"/>
          <a:ext cx="10698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5715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角色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成员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主要负责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00"/>
                        <a:t>A 角（前端）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徐磊（feat/frontend）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Vue 3 + Vite，13 个页面 + 路由 + 状态管理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00"/>
                        <a:t>B 角（后端）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殷智元（origin/master）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Spring Boot 3 + JPA + Spring Security，12 Controller + JWT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00"/>
                        <a:t>C 角（数据库+测试+文档）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章瀚（PR #1 + 本次汇总）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11 张表 DDL + ER + 数据 + Postman + 功能测试 + 文档 + PPT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三、技术栈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91440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508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层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技术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版本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400"/>
                        <a:t>后端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Java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21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400"/>
                        <a:t>后端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Spring Boot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3.3.5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400"/>
                        <a:t>后端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Spring Data JPA + Hibernate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—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400"/>
                        <a:t>后端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Spring Security + JWT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jjwt 0.12.6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400"/>
                        <a:t>前端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Vue 3 (Composition API)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3.5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400"/>
                        <a:t>前端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Vite + Pinia + Vue Router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 / 2 / 4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400"/>
                        <a:t>数据库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MySQL (utf8mb4)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8.0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400"/>
                        <a:t>构建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Maven + npm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3.9 / 10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四、系统架构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914400"/>
            <a:ext cx="8686800" cy="85369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五、数据库设计</a:t>
            </a:r>
          </a:p>
        </p:txBody>
      </p:sp>
      <p:pic>
        <p:nvPicPr>
          <p:cNvPr id="4" name="Picture 3" descr="er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914400"/>
            <a:ext cx="8686800" cy="73068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数据库设计要点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11 张表：users / employees / categories / products / suppliers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/ purchases / purchase_items / members / sales / sale_items / shifts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字段类型严格对齐 JPA 实体 @Column 注解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关键索引：username / barcode / card_no / phone UNIQUE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外键列加普通索引，方便 JOIN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products.version 乐观锁字段防超卖（@Version）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C 角交付：schema.sql（15.7KB）+ data.sql（13.8KB）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六、核心功能演示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POS 收银台（最关键）：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扫码 → 商品加入购物车 → 扫会员卡 95 折 → 选支付方式 → 输入实收 → 算找零 → 打印小票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后台管理：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商品 CRUD、会员注册/续期、进货入库、库存盘点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报表分析：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销售排行榜、日报/月报、收银员业绩统计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七、API 设计亮点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914400"/>
          <a:ext cx="10698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522514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项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实现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价值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400"/>
                        <a:t>统一响应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Result&lt;T&gt; {code, message, data}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前端只需解析 1 个格式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400"/>
                        <a:t>鉴权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JWT (HS256) + Bearer Token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无状态、24h 有效、易扩展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400"/>
                        <a:t>权限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@PreAuthorize("hasAnyRole(...)")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 级 RBAC 精细控制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400"/>
                        <a:t>乐观锁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Product @Version 字段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防超卖，并发重试 3 次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400"/>
                        <a:t>异常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@RestControllerAdvice + GlobalExceptionHandler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统一错误码、堆栈不外泄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r>
                        <a:rPr sz="1400"/>
                        <a:t>55 端点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Postman 集合全覆盖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12 Controller × 35 个真实接口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八、测试覆盖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91440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54864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类型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工具/方法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数量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C 角交付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/>
                        <a:t>接口测试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Postman Collection v2.1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55 端点 × 12 模块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✓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/>
                        <a:t>功能测试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Markdown 测试用例表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80+ 用例（含 P0/P1/P2/P3）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✓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/>
                        <a:t>自动化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PasswordResetRunner 工具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一键重置密码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✓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/>
                        <a:t>手动验证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人工执行 + 截图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销售结账找零 / 库存预警等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九、项目亮点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三层架构 + 模块化设计，前端后端完全解耦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统一响应格式 + 全局异常处理，前端开发效率高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乐观锁防超卖，并发场景下数据一致性强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C 角完整覆盖：DDL + ER + 数据 + 测试 + 文档 + PPT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PlantUML 画的 11 张表 PNG，答辩时直接展示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Postman 集合 55 端点，跨端/前端共用一份 API 契约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十、遇到的难点 + 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角色格式不匹配：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  → 一开始 data.sql 写 ADMIN，Spring Security 期望 ROLE_ADMIN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  → 统一改成带 ROLE_ 前缀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数据初始化冲突：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  → DataInitializer 跟 data.sql 二选一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  → 用 count()==0 守卫，data.sql 加载了就跳过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前端 API 调用分散：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  → Axios 统一拦截器 + 401 自动跳转登录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十一、未来展望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移动端 App（Android / iOS），复用后端 API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线上商城模块：把 11 张表扩 2-3 张订单表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数据看板：ECharts 接 ReportController 的 4 个端点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AI 推荐：根据销售记录自动进货建议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多门店：users 加 store_id 字段，做数据隔离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小票打印：前端接蓝牙打印机 SDK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Q &amp; A</a:t>
            </a:r>
          </a:p>
          <a:p>
            <a:pPr algn="ctr"/>
            <a:r>
              <a:rPr sz="2000">
                <a:solidFill>
                  <a:srgbClr val="FFFFFF"/>
                </a:solidFill>
              </a:rPr>
              <a:t>感谢聆听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